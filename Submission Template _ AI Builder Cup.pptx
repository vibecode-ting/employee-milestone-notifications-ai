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/>
  <p:notesSz cx="6858000" cy="9144000"/>
  <p:embeddedFontLst>
    <p:embeddedFont>
      <p:font typeface="Google Sans Flex SemiBold"/>
      <p:regular r:id="rId18"/>
    </p:embeddedFont>
    <p:embeddedFont>
      <p:font typeface="Google Sans Flex Medium"/>
      <p:regular r:id="rId19"/>
    </p:embeddedFont>
    <p:embeddedFont>
      <p:font typeface="Google Sans Flex"/>
      <p:regular r:id="rId20"/>
      <p:bold r:id="rId21"/>
      <p:italic r:id="rId21"/>
    </p:embeddedFont>
    <p:embeddedFont>
      <p:font typeface="Noto Sans SC"/>
      <p:regular r:id="rId22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font" Target="fonts/Font_1_Google_Sans_Flex_SemiBold_Regular.fntdata"/><Relationship Id="rId19" Type="http://schemas.openxmlformats.org/officeDocument/2006/relationships/font" Target="fonts/Font_2_Google_Sans_Flex_Medium_Regular.fntdata"/><Relationship Id="rId20" Type="http://schemas.openxmlformats.org/officeDocument/2006/relationships/font" Target="fonts/Font_3_Google_Sans_Flex_Regular.fntdata"/><Relationship Id="rId21" Type="http://schemas.openxmlformats.org/officeDocument/2006/relationships/font" Target="fonts/Font_4_Google_Sans_Flex_Bold.fntdata"/><Relationship Id="rId22" Type="http://schemas.openxmlformats.org/officeDocument/2006/relationships/font" Target="fonts/Font_5_Noto_Sans_SC_Regular.fntdata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indent="0" algn="l">
              <a:buNone/>
              <a:defRPr lang="en-GB" sz="5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5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C6CD2D9-2AD7-4EC9-85D0-1F5B05C7686A}" type="slidenum">
              <a:rPr lang="en-GB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 hasCustomPrompt="1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lnSpcReduction="9999"/>
          </a:bodyPr>
          <a:lstStyle>
            <a:lvl1pPr indent="0" algn="ctr">
              <a:lnSpc>
                <a:spcPct val="100000"/>
              </a:lnSpc>
              <a:buNone/>
              <a:defRPr lang="en-GB" sz="1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GB" sz="1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xx%</a:t>
            </a:r>
            <a:endParaRPr lang="en-GB" sz="1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4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F596AC9-599A-451D-9DD1-A95BF526D623}" type="slidenum">
              <a:rPr lang="en-GB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52BB094-9CAC-474D-8CEC-1BEC39240F12}" type="slidenum">
              <a:rPr lang="en-GB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l">
              <a:buNone/>
              <a:defRPr lang="en-GB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020AE74-97F5-42C5-8021-42C195F0246C}" type="slidenum">
              <a:rPr lang="en-GB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buNone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8F016D4-A08A-4289-AFCB-89757F0042F9}" type="slidenum">
              <a:rPr lang="en-GB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buNone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78EE460-086E-444D-B4A1-1E6782C1A85D}" type="slidenum">
              <a:rPr lang="en-GB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buNone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91DDB9F-E547-4761-BA6A-17B513B2F808}" type="slidenum">
              <a:rPr lang="en-GB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85000" lnSpcReduction="9999"/>
          </a:bodyPr>
          <a:lstStyle>
            <a:lvl1pPr indent="0" algn="l">
              <a:buNone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3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049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19B753E-F444-47DE-A643-F5CA7C74F313}" type="slidenum">
              <a:rPr lang="en-GB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l">
              <a:buNone/>
              <a:defRPr lang="en-GB" sz="4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8DD7926-344C-45BB-A6E5-EEA02B06511F}" type="slidenum">
              <a:rPr lang="en-GB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36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indent="0" algn="l">
              <a:buNone/>
              <a:defRPr lang="en-GB" sz="4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4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BB160FC-6E5D-4424-A2CE-AE54805F3F42}" type="slidenum">
              <a:rPr lang="en-GB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8FA10C4-339A-4C37-8448-753568F56973}" type="slidenum">
              <a:rPr lang="en-GB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54;p13"/>
          <p:cNvSpPr/>
          <p:nvPr/>
        </p:nvSpPr>
        <p:spPr>
          <a:xfrm>
            <a:off x="146520" y="2902680"/>
            <a:ext cx="8759520" cy="20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2100" b="0" u="none" strike="noStrike">
                <a:solidFill>
                  <a:srgbClr val="000000"/>
                </a:solidFill>
                <a:effectLst/>
                <a:uFillTx/>
                <a:latin typeface="Google Sans Flex SemiBold"/>
                <a:ea typeface="Google Sans Flex SemiBold"/>
              </a:rPr>
              <a:t>Team Details</a:t>
            </a:r>
            <a:endParaRPr lang="en-GB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>
              <a:lnSpc>
                <a:spcPct val="100000"/>
              </a:lnSpc>
              <a:buClr>
                <a:srgbClr val="000000"/>
              </a:buClr>
              <a:buFont typeface="Google Sans Flex"/>
              <a:buAutoNum type="alphaLcPeriod"/>
              <a:tabLst>
                <a:tab pos="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Google Sans Flex"/>
                <a:ea typeface="Google Sans Flex"/>
              </a:rPr>
              <a:t>Team name: 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>
              <a:lnSpc>
                <a:spcPct val="100000"/>
              </a:lnSpc>
              <a:buClr>
                <a:srgbClr val="000000"/>
              </a:buClr>
              <a:buFont typeface="Google Sans Flex"/>
              <a:buAutoNum type="alphaLcPeriod"/>
              <a:tabLst>
                <a:tab pos="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Google Sans Flex"/>
                <a:ea typeface="Google Sans Flex"/>
              </a:rPr>
              <a:t>Team leader name: 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>
              <a:lnSpc>
                <a:spcPct val="100000"/>
              </a:lnSpc>
              <a:buClr>
                <a:srgbClr val="000000"/>
              </a:buClr>
              <a:buFont typeface="Google Sans Flex"/>
              <a:buAutoNum type="alphaLcPeriod"/>
              <a:tabLst>
                <a:tab pos="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Google Sans Flex"/>
                <a:ea typeface="Google Sans Flex"/>
              </a:rPr>
              <a:t>Problem Statement: 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" name="Google Shape;55;p13"/>
          <p:cNvPicPr/>
          <p:nvPr/>
        </p:nvPicPr>
        <p:blipFill>
          <a:blip r:embed="rId1"/>
          <a:stretch/>
        </p:blipFill>
        <p:spPr>
          <a:xfrm>
            <a:off x="0" y="0"/>
            <a:ext cx="9143640" cy="2715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" name="Google Shape;56;p13"/>
          <p:cNvPicPr/>
          <p:nvPr/>
        </p:nvPicPr>
        <p:blipFill>
          <a:blip r:embed="rId2"/>
          <a:srcRect l="0" t="0" r="0" b="97986"/>
          <a:stretch/>
        </p:blipFill>
        <p:spPr>
          <a:xfrm>
            <a:off x="0" y="5093640"/>
            <a:ext cx="9143640" cy="54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69;p15"/>
          <p:cNvPicPr/>
          <p:nvPr/>
        </p:nvPicPr>
        <p:blipFill>
          <a:blip r:embed="rId1"/>
          <a:stretch/>
        </p:blipFill>
        <p:spPr>
          <a:xfrm>
            <a:off x="0" y="0"/>
            <a:ext cx="9143640" cy="50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Google Shape;70;p15"/>
          <p:cNvSpPr/>
          <p:nvPr/>
        </p:nvSpPr>
        <p:spPr>
          <a:xfrm>
            <a:off x="-29160" y="5072040"/>
            <a:ext cx="9173160" cy="975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8960" bIns="489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Google Shape;71;p15"/>
          <p:cNvSpPr/>
          <p:nvPr/>
        </p:nvSpPr>
        <p:spPr>
          <a:xfrm>
            <a:off x="265320" y="663840"/>
            <a:ext cx="894276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Google Sans Flex Medium"/>
                <a:ea typeface="Google Sans Flex Medium"/>
              </a:rPr>
              <a:t>Brief about the idea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76;p16"/>
          <p:cNvPicPr/>
          <p:nvPr/>
        </p:nvPicPr>
        <p:blipFill>
          <a:blip r:embed="rId1"/>
          <a:srcRect l="0" t="0" r="0" b="97986"/>
          <a:stretch/>
        </p:blipFill>
        <p:spPr>
          <a:xfrm>
            <a:off x="0" y="5093640"/>
            <a:ext cx="9143640" cy="5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" name="Google Shape;77;p16"/>
          <p:cNvPicPr/>
          <p:nvPr/>
        </p:nvPicPr>
        <p:blipFill>
          <a:blip r:embed="rId2"/>
          <a:stretch/>
        </p:blipFill>
        <p:spPr>
          <a:xfrm>
            <a:off x="0" y="0"/>
            <a:ext cx="9143640" cy="50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Google Shape;78;p16"/>
          <p:cNvSpPr/>
          <p:nvPr/>
        </p:nvSpPr>
        <p:spPr>
          <a:xfrm>
            <a:off x="-29160" y="5072040"/>
            <a:ext cx="9173160" cy="975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8960" bIns="489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Google Shape;79;p16"/>
          <p:cNvSpPr/>
          <p:nvPr/>
        </p:nvSpPr>
        <p:spPr>
          <a:xfrm>
            <a:off x="265320" y="663840"/>
            <a:ext cx="8942760" cy="13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Google Sans Flex SemiBold"/>
                <a:ea typeface="Google Sans Flex SemiBold"/>
              </a:rPr>
              <a:t>Opportunities</a:t>
            </a:r>
            <a:br>
              <a:rPr sz="1600"/>
            </a:b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000000"/>
              </a:buClr>
              <a:buFont typeface="Google Sans Flex"/>
              <a:buChar char="●"/>
              <a:tabLst>
                <a:tab pos="0" algn="l"/>
              </a:tabLst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Google Sans Flex"/>
                <a:ea typeface="Google Sans Flex"/>
              </a:rPr>
              <a:t>How different is it from any of the other existing ideas?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000000"/>
              </a:buClr>
              <a:buFont typeface="Google Sans Flex"/>
              <a:buChar char="●"/>
              <a:tabLst>
                <a:tab pos="0" algn="l"/>
              </a:tabLst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Google Sans Flex"/>
                <a:ea typeface="Google Sans Flex"/>
              </a:rPr>
              <a:t>How will it be able to solve the problem?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000000"/>
              </a:buClr>
              <a:buFont typeface="Google Sans Flex"/>
              <a:buChar char="●"/>
              <a:tabLst>
                <a:tab pos="0" algn="l"/>
              </a:tabLst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Google Sans Flex"/>
                <a:ea typeface="Google Sans Flex"/>
              </a:rPr>
              <a:t>USP of the proposed solution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84;p17"/>
          <p:cNvPicPr/>
          <p:nvPr/>
        </p:nvPicPr>
        <p:blipFill>
          <a:blip r:embed="rId1"/>
          <a:srcRect l="0" t="0" r="0" b="97986"/>
          <a:stretch/>
        </p:blipFill>
        <p:spPr>
          <a:xfrm>
            <a:off x="0" y="5093640"/>
            <a:ext cx="9143640" cy="5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" name="Google Shape;85;p17"/>
          <p:cNvPicPr/>
          <p:nvPr/>
        </p:nvPicPr>
        <p:blipFill>
          <a:blip r:embed="rId2"/>
          <a:stretch/>
        </p:blipFill>
        <p:spPr>
          <a:xfrm>
            <a:off x="0" y="0"/>
            <a:ext cx="9143640" cy="50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Google Shape;86;p17"/>
          <p:cNvSpPr/>
          <p:nvPr/>
        </p:nvSpPr>
        <p:spPr>
          <a:xfrm>
            <a:off x="-29160" y="5072040"/>
            <a:ext cx="9173160" cy="975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8960" bIns="489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Google Shape;87;p17"/>
          <p:cNvSpPr/>
          <p:nvPr/>
        </p:nvSpPr>
        <p:spPr>
          <a:xfrm>
            <a:off x="265320" y="663840"/>
            <a:ext cx="894276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Google Sans Flex Medium"/>
                <a:ea typeface="Google Sans Flex Medium"/>
              </a:rPr>
              <a:t>List of features offered by the solution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92;p18"/>
          <p:cNvPicPr/>
          <p:nvPr/>
        </p:nvPicPr>
        <p:blipFill>
          <a:blip r:embed="rId1"/>
          <a:srcRect l="0" t="0" r="0" b="97986"/>
          <a:stretch/>
        </p:blipFill>
        <p:spPr>
          <a:xfrm>
            <a:off x="0" y="5093640"/>
            <a:ext cx="9143640" cy="5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" name="Google Shape;93;p18"/>
          <p:cNvPicPr/>
          <p:nvPr/>
        </p:nvPicPr>
        <p:blipFill>
          <a:blip r:embed="rId2"/>
          <a:stretch/>
        </p:blipFill>
        <p:spPr>
          <a:xfrm>
            <a:off x="0" y="0"/>
            <a:ext cx="9143640" cy="50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Google Shape;94;p18"/>
          <p:cNvSpPr/>
          <p:nvPr/>
        </p:nvSpPr>
        <p:spPr>
          <a:xfrm>
            <a:off x="-29160" y="5072040"/>
            <a:ext cx="9173160" cy="975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8960" bIns="489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Google Shape;95;p18"/>
          <p:cNvSpPr/>
          <p:nvPr/>
        </p:nvSpPr>
        <p:spPr>
          <a:xfrm>
            <a:off x="265320" y="663840"/>
            <a:ext cx="894276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Google Sans Flex Medium"/>
                <a:ea typeface="Google Sans Flex Medium"/>
              </a:rPr>
              <a:t>Process flow diagram or Use-case diagram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100;p19"/>
          <p:cNvPicPr/>
          <p:nvPr/>
        </p:nvPicPr>
        <p:blipFill>
          <a:blip r:embed="rId1"/>
          <a:srcRect l="0" t="0" r="0" b="97986"/>
          <a:stretch/>
        </p:blipFill>
        <p:spPr>
          <a:xfrm>
            <a:off x="0" y="5093640"/>
            <a:ext cx="9143640" cy="5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" name="Google Shape;101;p19"/>
          <p:cNvPicPr/>
          <p:nvPr/>
        </p:nvPicPr>
        <p:blipFill>
          <a:blip r:embed="rId2"/>
          <a:stretch/>
        </p:blipFill>
        <p:spPr>
          <a:xfrm>
            <a:off x="0" y="0"/>
            <a:ext cx="9143640" cy="50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Google Shape;102;p19"/>
          <p:cNvSpPr/>
          <p:nvPr/>
        </p:nvSpPr>
        <p:spPr>
          <a:xfrm>
            <a:off x="-29160" y="5072040"/>
            <a:ext cx="9173160" cy="975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8960" bIns="489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Google Shape;103;p19"/>
          <p:cNvSpPr/>
          <p:nvPr/>
        </p:nvSpPr>
        <p:spPr>
          <a:xfrm>
            <a:off x="265320" y="663840"/>
            <a:ext cx="894276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Google Sans Flex Medium"/>
                <a:ea typeface="Google Sans Flex Medium"/>
              </a:rPr>
              <a:t>Wireframes/Mock diagrams of the proposed solution (optional)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108;p20"/>
          <p:cNvPicPr/>
          <p:nvPr/>
        </p:nvPicPr>
        <p:blipFill>
          <a:blip r:embed="rId1"/>
          <a:srcRect l="0" t="0" r="0" b="97986"/>
          <a:stretch/>
        </p:blipFill>
        <p:spPr>
          <a:xfrm>
            <a:off x="0" y="5093640"/>
            <a:ext cx="9143640" cy="5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" name="Google Shape;109;p20"/>
          <p:cNvPicPr/>
          <p:nvPr/>
        </p:nvPicPr>
        <p:blipFill>
          <a:blip r:embed="rId2"/>
          <a:stretch/>
        </p:blipFill>
        <p:spPr>
          <a:xfrm>
            <a:off x="0" y="0"/>
            <a:ext cx="9143640" cy="50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Google Shape;110;p20"/>
          <p:cNvSpPr/>
          <p:nvPr/>
        </p:nvSpPr>
        <p:spPr>
          <a:xfrm>
            <a:off x="-29160" y="5072040"/>
            <a:ext cx="9173160" cy="975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8960" bIns="489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Google Shape;111;p20"/>
          <p:cNvSpPr/>
          <p:nvPr/>
        </p:nvSpPr>
        <p:spPr>
          <a:xfrm>
            <a:off x="265320" y="663840"/>
            <a:ext cx="894276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Google Sans Flex Medium"/>
                <a:ea typeface="Google Sans Flex Medium"/>
              </a:rPr>
              <a:t>Architecture diagram of the proposed solution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116;p21"/>
          <p:cNvPicPr/>
          <p:nvPr/>
        </p:nvPicPr>
        <p:blipFill>
          <a:blip r:embed="rId1"/>
          <a:srcRect l="0" t="0" r="0" b="97986"/>
          <a:stretch/>
        </p:blipFill>
        <p:spPr>
          <a:xfrm>
            <a:off x="0" y="5093640"/>
            <a:ext cx="9143640" cy="5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" name="Google Shape;117;p21"/>
          <p:cNvPicPr/>
          <p:nvPr/>
        </p:nvPicPr>
        <p:blipFill>
          <a:blip r:embed="rId2"/>
          <a:stretch/>
        </p:blipFill>
        <p:spPr>
          <a:xfrm>
            <a:off x="0" y="0"/>
            <a:ext cx="9143640" cy="50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Google Shape;118;p21"/>
          <p:cNvSpPr/>
          <p:nvPr/>
        </p:nvSpPr>
        <p:spPr>
          <a:xfrm>
            <a:off x="-29160" y="5072040"/>
            <a:ext cx="9173160" cy="975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8960" bIns="489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Google Shape;119;p21"/>
          <p:cNvSpPr/>
          <p:nvPr/>
        </p:nvSpPr>
        <p:spPr>
          <a:xfrm>
            <a:off x="265320" y="663840"/>
            <a:ext cx="894276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Google Sans Flex Medium"/>
                <a:ea typeface="Google Sans Flex Medium"/>
              </a:rPr>
              <a:t>Technologies to be used in the solution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124;p22"/>
          <p:cNvPicPr/>
          <p:nvPr/>
        </p:nvPicPr>
        <p:blipFill>
          <a:blip r:embed="rId1"/>
          <a:srcRect l="0" t="0" r="0" b="97986"/>
          <a:stretch/>
        </p:blipFill>
        <p:spPr>
          <a:xfrm>
            <a:off x="0" y="5093640"/>
            <a:ext cx="9143640" cy="5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Google Shape;125;p22"/>
          <p:cNvPicPr/>
          <p:nvPr/>
        </p:nvPicPr>
        <p:blipFill>
          <a:blip r:embed="rId2"/>
          <a:stretch/>
        </p:blipFill>
        <p:spPr>
          <a:xfrm>
            <a:off x="0" y="0"/>
            <a:ext cx="9143640" cy="50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Google Shape;126;p22"/>
          <p:cNvSpPr/>
          <p:nvPr/>
        </p:nvSpPr>
        <p:spPr>
          <a:xfrm>
            <a:off x="-29160" y="5072040"/>
            <a:ext cx="9173160" cy="975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8960" bIns="489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Google Shape;127;p22"/>
          <p:cNvSpPr/>
          <p:nvPr/>
        </p:nvSpPr>
        <p:spPr>
          <a:xfrm>
            <a:off x="265320" y="663840"/>
            <a:ext cx="894276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Google Sans Flex Medium"/>
                <a:ea typeface="Google Sans Flex Medium"/>
              </a:rPr>
              <a:t>Estimated implementation cost (optional)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132;p23"/>
          <p:cNvPicPr/>
          <p:nvPr/>
        </p:nvPicPr>
        <p:blipFill>
          <a:blip r:embed="rId1"/>
          <a:srcRect l="0" t="0" r="0" b="97986"/>
          <a:stretch/>
        </p:blipFill>
        <p:spPr>
          <a:xfrm>
            <a:off x="0" y="5093640"/>
            <a:ext cx="9143640" cy="5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" name="Google Shape;133;p23"/>
          <p:cNvPicPr/>
          <p:nvPr/>
        </p:nvPicPr>
        <p:blipFill>
          <a:blip r:embed="rId2"/>
          <a:stretch/>
        </p:blipFill>
        <p:spPr>
          <a:xfrm>
            <a:off x="0" y="0"/>
            <a:ext cx="9143640" cy="50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Google Shape;134;p23"/>
          <p:cNvSpPr/>
          <p:nvPr/>
        </p:nvSpPr>
        <p:spPr>
          <a:xfrm>
            <a:off x="-29160" y="5072040"/>
            <a:ext cx="9173160" cy="975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8960" bIns="489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135;p23"/>
          <p:cNvSpPr/>
          <p:nvPr/>
        </p:nvSpPr>
        <p:spPr>
          <a:xfrm>
            <a:off x="265320" y="663840"/>
            <a:ext cx="894276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Google Sans Flex Medium"/>
                <a:ea typeface="Google Sans Flex Medium"/>
              </a:rPr>
              <a:t>Snapshots of the prototype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140;p24"/>
          <p:cNvPicPr/>
          <p:nvPr/>
        </p:nvPicPr>
        <p:blipFill>
          <a:blip r:embed="rId1"/>
          <a:srcRect l="0" t="0" r="0" b="97986"/>
          <a:stretch/>
        </p:blipFill>
        <p:spPr>
          <a:xfrm>
            <a:off x="0" y="5093640"/>
            <a:ext cx="9143640" cy="5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" name="Google Shape;141;p24"/>
          <p:cNvPicPr/>
          <p:nvPr/>
        </p:nvPicPr>
        <p:blipFill>
          <a:blip r:embed="rId2"/>
          <a:stretch/>
        </p:blipFill>
        <p:spPr>
          <a:xfrm>
            <a:off x="0" y="0"/>
            <a:ext cx="9143640" cy="50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Google Shape;142;p24"/>
          <p:cNvSpPr/>
          <p:nvPr/>
        </p:nvSpPr>
        <p:spPr>
          <a:xfrm>
            <a:off x="-29160" y="5072040"/>
            <a:ext cx="9173160" cy="975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8960" bIns="489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Google Shape;143;p24"/>
          <p:cNvSpPr/>
          <p:nvPr/>
        </p:nvSpPr>
        <p:spPr>
          <a:xfrm>
            <a:off x="265320" y="663840"/>
            <a:ext cx="894276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Google Sans Flex Medium"/>
                <a:ea typeface="Google Sans Flex Medium"/>
              </a:rPr>
              <a:t>Prototype Performance report/Benchmarking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148;p25"/>
          <p:cNvPicPr/>
          <p:nvPr/>
        </p:nvPicPr>
        <p:blipFill>
          <a:blip r:embed="rId1"/>
          <a:srcRect l="0" t="0" r="0" b="97986"/>
          <a:stretch/>
        </p:blipFill>
        <p:spPr>
          <a:xfrm>
            <a:off x="0" y="5093640"/>
            <a:ext cx="9143640" cy="5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Google Shape;149;p25"/>
          <p:cNvPicPr/>
          <p:nvPr/>
        </p:nvPicPr>
        <p:blipFill>
          <a:blip r:embed="rId2"/>
          <a:stretch/>
        </p:blipFill>
        <p:spPr>
          <a:xfrm>
            <a:off x="0" y="0"/>
            <a:ext cx="9143640" cy="50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Google Shape;150;p25"/>
          <p:cNvSpPr/>
          <p:nvPr/>
        </p:nvSpPr>
        <p:spPr>
          <a:xfrm>
            <a:off x="-29160" y="5072040"/>
            <a:ext cx="9173160" cy="975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8960" bIns="489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Google Shape;151;p25"/>
          <p:cNvSpPr/>
          <p:nvPr/>
        </p:nvSpPr>
        <p:spPr>
          <a:xfrm>
            <a:off x="265320" y="663840"/>
            <a:ext cx="894276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Google Sans Flex Medium"/>
                <a:ea typeface="Google Sans Flex Medium"/>
              </a:rPr>
              <a:t>Additional Details/Future Development (if any)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156;p26"/>
          <p:cNvPicPr/>
          <p:nvPr/>
        </p:nvPicPr>
        <p:blipFill>
          <a:blip r:embed="rId1"/>
          <a:srcRect l="0" t="0" r="0" b="97986"/>
          <a:stretch/>
        </p:blipFill>
        <p:spPr>
          <a:xfrm>
            <a:off x="0" y="5093640"/>
            <a:ext cx="9143640" cy="5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Google Shape;157;p26"/>
          <p:cNvPicPr/>
          <p:nvPr/>
        </p:nvPicPr>
        <p:blipFill>
          <a:blip r:embed="rId2"/>
          <a:stretch/>
        </p:blipFill>
        <p:spPr>
          <a:xfrm>
            <a:off x="0" y="0"/>
            <a:ext cx="9143640" cy="50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Google Shape;158;p26"/>
          <p:cNvSpPr/>
          <p:nvPr/>
        </p:nvSpPr>
        <p:spPr>
          <a:xfrm>
            <a:off x="-29160" y="5072040"/>
            <a:ext cx="9173160" cy="975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8960" bIns="489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159;p26"/>
          <p:cNvSpPr/>
          <p:nvPr/>
        </p:nvSpPr>
        <p:spPr>
          <a:xfrm>
            <a:off x="265320" y="663840"/>
            <a:ext cx="8942760" cy="133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Google Sans Flex Medium"/>
                <a:ea typeface="Google Sans Flex Medium"/>
              </a:rPr>
              <a:t>Provide links to your: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Google Sans Flex Medium"/>
              <a:buChar char="●"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Google Sans Flex Medium"/>
                <a:ea typeface="Google Sans Flex Medium"/>
              </a:rPr>
              <a:t>GitHub Public Repository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Google Sans Flex Medium"/>
              <a:buChar char="●"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Google Sans Flex Medium"/>
                <a:ea typeface="Google Sans Flex Medium"/>
              </a:rPr>
              <a:t>Demo Video Link (3 Minutes)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Google Sans Flex Medium"/>
              <a:buChar char="●"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Google Sans Flex Medium"/>
                <a:ea typeface="Google Sans Flex Medium"/>
              </a:rPr>
              <a:t>Final Product Link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164;p27"/>
          <p:cNvPicPr/>
          <p:nvPr/>
        </p:nvPicPr>
        <p:blipFill>
          <a:blip r:embed="rId1"/>
          <a:srcRect l="0" t="0" r="0" b="97986"/>
          <a:stretch/>
        </p:blipFill>
        <p:spPr>
          <a:xfrm>
            <a:off x="0" y="5093640"/>
            <a:ext cx="9143640" cy="5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Google Shape;165;p27"/>
          <p:cNvPicPr/>
          <p:nvPr/>
        </p:nvPicPr>
        <p:blipFill>
          <a:blip r:embed="rId2"/>
          <a:stretch/>
        </p:blipFill>
        <p:spPr>
          <a:xfrm>
            <a:off x="0" y="0"/>
            <a:ext cx="9143640" cy="50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Google Shape;166;p27"/>
          <p:cNvSpPr/>
          <p:nvPr/>
        </p:nvSpPr>
        <p:spPr>
          <a:xfrm>
            <a:off x="-29160" y="5072040"/>
            <a:ext cx="9173160" cy="975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8960" bIns="489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171;p28"/>
          <p:cNvPicPr/>
          <p:nvPr/>
        </p:nvPicPr>
        <p:blipFill>
          <a:blip r:embed="rId1"/>
          <a:srcRect l="0" t="0" r="0" b="97986"/>
          <a:stretch/>
        </p:blipFill>
        <p:spPr>
          <a:xfrm>
            <a:off x="0" y="5093640"/>
            <a:ext cx="9143640" cy="5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Google Shape;172;p28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LibreOffice/26.2.6.3$Windows_X86_64 LibreOffice_project/8221e31b3ac356a1623c672912a3d2b492f7e3d1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en-GB</dc:language>
  <cp:lastModifiedBy/>
  <dcterms:modified xsi:type="dcterms:W3CDTF">2026-10-17T19:12:58Z</dcterms:modified>
  <cp:revision>1</cp:revision>
  <dc:subject/>
  <dc:title/>
</cp:coreProperties>
</file>